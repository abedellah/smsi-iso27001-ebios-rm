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SMSI ISO/IEC 27001 + EBIOS 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7D6EC"/>
                </a:solidFill>
                <a:latin typeface="Calibri"/>
              </a:rPr>
              <a:t>Restitution — cas de référence de l'ANSSI, entreprise fictive de biotechnologie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B4D6"/>
                </a:solidFill>
                <a:latin typeface="Calibri"/>
              </a:rPr>
              <a:t>Mohamed Abdellah Lagrini · Projet personnel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Contexte et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Comment cette étude a été construite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Le point de départ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L'ANSSI publie un exemple pédagogique — une entreprise fictive de biotechnologie — volontairement partiel : un seul scénario opérationnel détaillé sur cinq, rien sur l'ISO 27001.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Ce que ce travail ajoute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Les 4 scénarios opérationnels manquants, 2 risques supplémentaires (rançongiciel), l'évaluation complète du socle de 42 règles, et toute la couche ISO/IEC 27001 : politique, SoA des 93 mesures, audit interne, revue de direction.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92A2A"/>
                </a:solidFill>
                <a:latin typeface="Calibri"/>
              </a:rPr>
              <a:t>Ce qui reste un travail original, pas un audit réel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Cas fictif, étude faite seul (pas en atelier), aucune certification. Chaque fait porte sa source : ANSSI, original, ou hypothèse.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Méthode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1 · Cadrage et socle de sécurité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2 · Sources de risque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3 · Scénarios stratégiques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4 · Scénarios opérationnels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5 · Traitement du risque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Chiffres clés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7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risques étudiés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93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Annexe A décidées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26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de traitement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31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tests automatiques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1 / 42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règles du socle pleinement appliquées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45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partiellement en 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C92A2A"/>
                </a:solidFill>
                <a:latin typeface="Calibri"/>
              </a:rPr>
              <a:t>6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constats critiques sur le guide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399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0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 encore pleinement en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Le résultat le plus utile : l'absence de cloisonnement du réseau facilite 6 scénarios de risque sur 7. C'est la mesure la plus rentable à traiter en premier.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Cartographie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Avant et après traitement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6424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3055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685800" y="21488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488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488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39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11064240" cy="5486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633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Concurrent — canal d'exfiltration 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33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9 · Élevé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633472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6 · Moyen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27248"/>
            <a:ext cx="11064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Concurrent — via le prestataire informatique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12 · Élevé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20040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92A2A"/>
                </a:solidFill>
                <a:latin typeface="Calibri"/>
              </a:rPr>
              <a:t>9 · Élevé (accepté)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94176"/>
            <a:ext cx="11064240" cy="5486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673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767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Rançongiciel déployé par le prestataire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7673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16 · Élevé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6732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6 · Moyen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61104"/>
            <a:ext cx="11064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342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3342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Rançongiciel par hameçonnage 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3342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12 · Élevé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34256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6 · Moyen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10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R3 reste volontairement à un niveau élevé : le prestataire informatique résiste aux mesures proposées. Acceptation formelle de la direction générale, avec revue au 31 mars 2027.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Déclaration d'applicabilité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93 mesures de l'Annexe A ISO/IEC 27001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45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Partiellement en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9480F"/>
                </a:solidFill>
                <a:latin typeface="Calibri"/>
              </a:rPr>
              <a:t>44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À mettre en œuvre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595959"/>
                </a:solidFill>
                <a:latin typeface="Calibri"/>
              </a:rPr>
              <a:t>4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Exclues, justifiées et approuvées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Aucune mesure n'est encore pleinement en place : c'est un SMSI à construire, pas déjà mature.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Chaque mesure retenue est reliée à un risque, un écart du socle, ou une exigence légale — c'est vérifié automatiquement, pas déclaré à la main.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Les 4 exclusions (développement logiciel externalisé) sont documentées avec leur justification et l'approbation de la direction générale.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Plan de traitement et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26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(13 + 13 ajoutées)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380–1710 k€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enveloppe budgétaire estimée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305 j/h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charge chiffrée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Trajectoire attendue du risque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Score moyen : 9,6 avant traitement → 6,9 à T0+6 mois → 5,5 à T0+12 mois → 5,3 à la cible (T0+18 mois).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Risques au niveau élevé : 5 aujourd'hui → 3 à T0+6 mois → 1 à T0+12 mois → 1 à la cible (R3, accepté).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92A2A"/>
                </a:solidFill>
                <a:latin typeface="Calibri"/>
              </a:rPr>
              <a:t>Mesure prioritaire : N01, cloisonnement du réseau — traite 6 scénarios de risque sur 7 à elle seule.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Limites à annoncer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Ce que cette étude n'est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Le cas est fictif : c'est fait seul, sans les ateliers avec les parties prenantes d'une vraie organisation.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L'état du socle est en grande partie une hypothèse cohérente avec la « maturité faible » du cas — pas un audit constaté.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Les coûts, échéances et cibles des indicateurs sont volontairement larges (380 à 1710 k€).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Ce n'est ni un audit, ni une certification, ni un travail relu par des professionnels. Un seul cycle EBIOS 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Décisions demandées à la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1.  Approuver la politique de sécurité, la méthode de risques et le périmètre du SMSI.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2.  Approuver la déclaration d'applicabilité et les 4 exclusions.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3.  Confirmer ou revoir l'acceptation du risque R3 (échéance : 31 mars 2027).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4.  Valider le budget des mesures de priorité 1 et 2.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5.  Fixer le calendrier des 2 premiers audits internes et désigner l'auditeur indépendant.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